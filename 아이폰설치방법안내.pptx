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  <p:sldId id="258" r:id="rId5"/>
    <p:sldId id="257" r:id="rId6"/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2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D797C-3DFC-8A77-5C79-F9F28C4B2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E7265E-B9CE-91D3-3012-E43EC08B1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BEF48-1977-311A-A3A3-675FA41D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5C5E6-B0B9-3072-7D19-DB01CAE1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EAEC5-E25F-BA94-FF93-33CBD9B1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2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3C5DE-09EB-C8AC-C537-568D2F7E9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38EDB-224A-4670-E550-97EE91D06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A8CDE5-4907-6889-7EEC-2685EFAF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0E1A8C-CD01-2057-A49C-EF5E4CF9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1631C0-1F0B-008C-7E4A-04E4610C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420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02046-34E6-44B0-E3BB-73873D45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DB82E8-D7B8-CE3F-06D3-54774758F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21FAE-2320-1944-4B20-64E6D3DA2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DB876-09C7-A85F-CFE8-3858141C0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0A08D-A0A7-269E-F80C-A275860F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1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91252-1F5C-8000-76C7-E32B55BD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0B8586-2BFC-E13F-F31C-1634F1138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95AC-3EF2-9724-1D39-AE625EFE5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6B81A5-6300-3944-A3B1-E4476B9B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07ABCF-6D25-47DD-7524-5CEE1177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72BCDB-AC03-8626-880E-CF0501143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9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0FDBA-8897-DBCD-6A11-98EB5503C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F9F988-FDE9-E067-B385-915EFE6C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68FBBE-1A36-2BD6-A089-90A313201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DDB09E-E3E2-C4AC-E752-39D18616B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182961-7791-EB2F-8701-BEC96009D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50947FA-D348-6B7D-B2D6-8F3D1530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ED7B31-164F-EC4B-94C8-8FA71085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88B32E-D575-B8BC-20DF-74890455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93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63542-C2AC-E18C-2D94-4B859A30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2DDE88-979A-2F11-3C20-4D2974B5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13C2AA-9219-7695-0CC4-88FA3819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04DF8E-DD9F-4574-9596-40523B19D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52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566B3C-5C37-C31E-5818-48CD3A1C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3231B8-7346-EB99-DBED-8006EFB1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BF4FB-D0B6-16A3-2E80-F19FC9F1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43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0A678-55F5-92FE-749D-5408367E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B51A4-A5A2-5C75-5456-202F72961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13F73E-8FA4-7619-7384-BA4AE6853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C8C082-8B35-6D75-1336-9E9CD7599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A74A86-67FF-33F1-8306-529E7E5B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EE91FE-886E-FFB1-0044-915C3838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15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5EBE8-12AD-1820-09D7-2032BB67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0D0424-EFAC-2251-63A7-0A37DF0AD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09ED4B-2C67-CBDB-1755-C3AC6B610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53CE0B-3C6F-6BD6-7454-BDF1159A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81AE0-CAE0-92B3-4796-1F676B2C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E63819-692C-4F63-D0B7-4359B4EE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20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C9E3F-2F0E-C6CC-FB64-CA60C476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DD0A2D-C72C-6EEC-025D-96F1FBA64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6C658-4A7F-AA72-13E5-3D916510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9E9FFD-C77F-8324-A3F6-B9AAEA5F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150807-2157-51ED-FC37-E298EA53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921CFA-E557-73B9-9520-56925EB16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E6EFB6-FA56-873F-4947-4FC99E7A0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ED4F0-FF3E-0E34-EF26-3FD6345D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5D0B4F-2C7E-E1D6-EC3B-C5B107D5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336CC-8C42-5E46-31E1-F4D2F679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44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2DB6F2-978B-6C1D-29CB-78689D46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B641CA-1A13-F69F-DF71-050CA245D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35EB10-A263-2F18-88D9-98695F5CF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80F53-B903-4318-A523-DE00F13D7C02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B6821C-160C-573A-F296-9FCB3AB91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57A805-AC4E-FE56-E36B-FB8A709A4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3B6C-EBC6-45A9-9C44-D9C2ECB4DC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688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23DABB-DA57-E19B-CE3A-73411345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371600"/>
            <a:ext cx="11487150" cy="411480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4171BEB-F8C6-24CD-39B0-670CDDEF9BFB}"/>
              </a:ext>
            </a:extLst>
          </p:cNvPr>
          <p:cNvSpPr/>
          <p:nvPr/>
        </p:nvSpPr>
        <p:spPr>
          <a:xfrm>
            <a:off x="10452100" y="4000500"/>
            <a:ext cx="1092200" cy="1092200"/>
          </a:xfrm>
          <a:prstGeom prst="ellipse">
            <a:avLst/>
          </a:pr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ED253AAB-4648-3720-1B93-F7750DBDCF49}"/>
              </a:ext>
            </a:extLst>
          </p:cNvPr>
          <p:cNvSpPr/>
          <p:nvPr/>
        </p:nvSpPr>
        <p:spPr>
          <a:xfrm>
            <a:off x="10274300" y="3517900"/>
            <a:ext cx="457200" cy="520700"/>
          </a:xfrm>
          <a:custGeom>
            <a:avLst/>
            <a:gdLst>
              <a:gd name="csX0" fmla="*/ 0 w 457200"/>
              <a:gd name="csY0" fmla="*/ 266700 h 520700"/>
              <a:gd name="csX1" fmla="*/ 139700 w 457200"/>
              <a:gd name="csY1" fmla="*/ 520700 h 520700"/>
              <a:gd name="csX2" fmla="*/ 457200 w 457200"/>
              <a:gd name="csY2" fmla="*/ 0 h 52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520700">
                <a:moveTo>
                  <a:pt x="0" y="266700"/>
                </a:moveTo>
                <a:lnTo>
                  <a:pt x="139700" y="520700"/>
                </a:lnTo>
                <a:lnTo>
                  <a:pt x="457200" y="0"/>
                </a:lnTo>
              </a:path>
            </a:pathLst>
          </a:cu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30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6EB61-8FEA-A71D-2087-6768D12C3629}"/>
              </a:ext>
            </a:extLst>
          </p:cNvPr>
          <p:cNvSpPr txBox="1"/>
          <p:nvPr/>
        </p:nvSpPr>
        <p:spPr>
          <a:xfrm>
            <a:off x="4991100" y="2463800"/>
            <a:ext cx="262123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ko-KR" altLang="en-US" sz="440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아이폰 </a:t>
            </a:r>
            <a:endParaRPr lang="en-US" altLang="ko-KR" sz="440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pPr algn="dist"/>
            <a:r>
              <a:rPr lang="ko-KR" altLang="en-US" sz="4400" err="1">
                <a:solidFill>
                  <a:schemeClr val="tx2">
                    <a:lumMod val="50000"/>
                    <a:lumOff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마일리지앱</a:t>
            </a:r>
            <a:endParaRPr lang="en-US" altLang="ko-KR" sz="4400">
              <a:solidFill>
                <a:schemeClr val="tx2">
                  <a:lumMod val="50000"/>
                  <a:lumOff val="50000"/>
                </a:schemeClr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  <a:p>
            <a:pPr algn="dist"/>
            <a:r>
              <a:rPr lang="ko-KR" altLang="en-US" sz="4400" b="1">
                <a:solidFill>
                  <a:schemeClr val="bg1">
                    <a:lumMod val="65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설치 방법</a:t>
            </a:r>
          </a:p>
        </p:txBody>
      </p:sp>
    </p:spTree>
    <p:extLst>
      <p:ext uri="{BB962C8B-B14F-4D97-AF65-F5344CB8AC3E}">
        <p14:creationId xmlns:p14="http://schemas.microsoft.com/office/powerpoint/2010/main" val="2629109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3607D3-2663-DBE9-8DB0-228063AB0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485900"/>
            <a:ext cx="11487150" cy="388620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D8E9C41-EB97-5447-5BC4-4C6EED212F0B}"/>
              </a:ext>
            </a:extLst>
          </p:cNvPr>
          <p:cNvSpPr/>
          <p:nvPr/>
        </p:nvSpPr>
        <p:spPr>
          <a:xfrm>
            <a:off x="774700" y="2222500"/>
            <a:ext cx="2616200" cy="2616200"/>
          </a:xfrm>
          <a:prstGeom prst="ellipse">
            <a:avLst/>
          </a:pr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6F1A00DB-CC34-B32C-5548-B2A003F5C558}"/>
              </a:ext>
            </a:extLst>
          </p:cNvPr>
          <p:cNvSpPr/>
          <p:nvPr/>
        </p:nvSpPr>
        <p:spPr>
          <a:xfrm>
            <a:off x="787400" y="1828800"/>
            <a:ext cx="457200" cy="520700"/>
          </a:xfrm>
          <a:custGeom>
            <a:avLst/>
            <a:gdLst>
              <a:gd name="csX0" fmla="*/ 0 w 457200"/>
              <a:gd name="csY0" fmla="*/ 266700 h 520700"/>
              <a:gd name="csX1" fmla="*/ 139700 w 457200"/>
              <a:gd name="csY1" fmla="*/ 520700 h 520700"/>
              <a:gd name="csX2" fmla="*/ 457200 w 457200"/>
              <a:gd name="csY2" fmla="*/ 0 h 52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520700">
                <a:moveTo>
                  <a:pt x="0" y="266700"/>
                </a:moveTo>
                <a:lnTo>
                  <a:pt x="139700" y="520700"/>
                </a:lnTo>
                <a:lnTo>
                  <a:pt x="457200" y="0"/>
                </a:lnTo>
              </a:path>
            </a:pathLst>
          </a:cu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84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3049600-79FA-3301-E1FC-42B226499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357312"/>
            <a:ext cx="11487150" cy="4143375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2A41B52-D00E-0B7E-D10F-AD7373ECCCD7}"/>
              </a:ext>
            </a:extLst>
          </p:cNvPr>
          <p:cNvSpPr/>
          <p:nvPr/>
        </p:nvSpPr>
        <p:spPr>
          <a:xfrm>
            <a:off x="9593810" y="3302000"/>
            <a:ext cx="1092200" cy="1092200"/>
          </a:xfrm>
          <a:prstGeom prst="ellipse">
            <a:avLst/>
          </a:pr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FAA61BB1-1506-AE7A-8258-31577A1F252F}"/>
              </a:ext>
            </a:extLst>
          </p:cNvPr>
          <p:cNvSpPr/>
          <p:nvPr/>
        </p:nvSpPr>
        <p:spPr>
          <a:xfrm>
            <a:off x="9416010" y="2819400"/>
            <a:ext cx="457200" cy="520700"/>
          </a:xfrm>
          <a:custGeom>
            <a:avLst/>
            <a:gdLst>
              <a:gd name="csX0" fmla="*/ 0 w 457200"/>
              <a:gd name="csY0" fmla="*/ 266700 h 520700"/>
              <a:gd name="csX1" fmla="*/ 139700 w 457200"/>
              <a:gd name="csY1" fmla="*/ 520700 h 520700"/>
              <a:gd name="csX2" fmla="*/ 457200 w 457200"/>
              <a:gd name="csY2" fmla="*/ 0 h 52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520700">
                <a:moveTo>
                  <a:pt x="0" y="266700"/>
                </a:moveTo>
                <a:lnTo>
                  <a:pt x="139700" y="520700"/>
                </a:lnTo>
                <a:lnTo>
                  <a:pt x="457200" y="0"/>
                </a:lnTo>
              </a:path>
            </a:pathLst>
          </a:cu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70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94B63A-F84F-90B1-BFCE-DF3E72879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436" y="0"/>
            <a:ext cx="6921128" cy="685800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FDBAAD6-9036-86E9-EDA4-C55C16108C34}"/>
              </a:ext>
            </a:extLst>
          </p:cNvPr>
          <p:cNvSpPr/>
          <p:nvPr/>
        </p:nvSpPr>
        <p:spPr>
          <a:xfrm>
            <a:off x="4742410" y="635000"/>
            <a:ext cx="1092200" cy="1092200"/>
          </a:xfrm>
          <a:prstGeom prst="ellipse">
            <a:avLst/>
          </a:pr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AD3D671-CD7D-92B1-FA6A-153048B2E141}"/>
              </a:ext>
            </a:extLst>
          </p:cNvPr>
          <p:cNvSpPr/>
          <p:nvPr/>
        </p:nvSpPr>
        <p:spPr>
          <a:xfrm>
            <a:off x="4564610" y="152400"/>
            <a:ext cx="457200" cy="520700"/>
          </a:xfrm>
          <a:custGeom>
            <a:avLst/>
            <a:gdLst>
              <a:gd name="csX0" fmla="*/ 0 w 457200"/>
              <a:gd name="csY0" fmla="*/ 266700 h 520700"/>
              <a:gd name="csX1" fmla="*/ 139700 w 457200"/>
              <a:gd name="csY1" fmla="*/ 520700 h 520700"/>
              <a:gd name="csX2" fmla="*/ 457200 w 457200"/>
              <a:gd name="csY2" fmla="*/ 0 h 52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520700">
                <a:moveTo>
                  <a:pt x="0" y="266700"/>
                </a:moveTo>
                <a:lnTo>
                  <a:pt x="139700" y="520700"/>
                </a:lnTo>
                <a:lnTo>
                  <a:pt x="457200" y="0"/>
                </a:lnTo>
              </a:path>
            </a:pathLst>
          </a:cu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36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EAC40C4-78B1-3B8B-0DFD-38901AEB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0" y="0"/>
            <a:ext cx="11012980" cy="6858000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8B46F295-311D-C4F2-8085-18A84D2EDC70}"/>
              </a:ext>
            </a:extLst>
          </p:cNvPr>
          <p:cNvSpPr/>
          <p:nvPr/>
        </p:nvSpPr>
        <p:spPr>
          <a:xfrm>
            <a:off x="1300710" y="5676900"/>
            <a:ext cx="1092200" cy="1092200"/>
          </a:xfrm>
          <a:prstGeom prst="ellipse">
            <a:avLst/>
          </a:pr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914AA34D-85FE-A622-95DB-F279FFCCFD3B}"/>
              </a:ext>
            </a:extLst>
          </p:cNvPr>
          <p:cNvSpPr/>
          <p:nvPr/>
        </p:nvSpPr>
        <p:spPr>
          <a:xfrm>
            <a:off x="1122910" y="5194300"/>
            <a:ext cx="457200" cy="520700"/>
          </a:xfrm>
          <a:custGeom>
            <a:avLst/>
            <a:gdLst>
              <a:gd name="csX0" fmla="*/ 0 w 457200"/>
              <a:gd name="csY0" fmla="*/ 266700 h 520700"/>
              <a:gd name="csX1" fmla="*/ 139700 w 457200"/>
              <a:gd name="csY1" fmla="*/ 520700 h 520700"/>
              <a:gd name="csX2" fmla="*/ 457200 w 457200"/>
              <a:gd name="csY2" fmla="*/ 0 h 520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7200" h="520700">
                <a:moveTo>
                  <a:pt x="0" y="266700"/>
                </a:moveTo>
                <a:lnTo>
                  <a:pt x="139700" y="520700"/>
                </a:lnTo>
                <a:lnTo>
                  <a:pt x="457200" y="0"/>
                </a:lnTo>
              </a:path>
            </a:pathLst>
          </a:custGeom>
          <a:noFill/>
          <a:ln w="127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704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</Words>
  <Application>Microsoft Office PowerPoint</Application>
  <PresentationFormat>와이드스크린</PresentationFormat>
  <Paragraphs>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Pretendard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석환 양</dc:creator>
  <cp:lastModifiedBy>석환 양</cp:lastModifiedBy>
  <cp:revision>1</cp:revision>
  <dcterms:created xsi:type="dcterms:W3CDTF">2026-04-06T23:46:12Z</dcterms:created>
  <dcterms:modified xsi:type="dcterms:W3CDTF">2026-04-07T00:32:39Z</dcterms:modified>
</cp:coreProperties>
</file>